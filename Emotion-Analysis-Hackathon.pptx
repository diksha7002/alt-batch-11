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6" r:id="rId7"/>
    <p:sldId id="267" r:id="rId8"/>
    <p:sldId id="268" r:id="rId9"/>
    <p:sldId id="265" r:id="rId10"/>
  </p:sldIdLst>
  <p:sldSz cx="12192000" cy="6858000"/>
  <p:notesSz cx="7102475" cy="9037638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KSHA YADAV" userId="e13be8c8eb9a4d72" providerId="LiveId" clId="{BF1427C3-D193-4334-BA87-AA73FB855342}"/>
    <pc:docChg chg="custSel modSld">
      <pc:chgData name="DIKSHA YADAV" userId="e13be8c8eb9a4d72" providerId="LiveId" clId="{BF1427C3-D193-4334-BA87-AA73FB855342}" dt="2026-08-18T09:15:28.374" v="40" actId="5793"/>
      <pc:docMkLst>
        <pc:docMk/>
      </pc:docMkLst>
      <pc:sldChg chg="modSp mod">
        <pc:chgData name="DIKSHA YADAV" userId="e13be8c8eb9a4d72" providerId="LiveId" clId="{BF1427C3-D193-4334-BA87-AA73FB855342}" dt="2026-08-18T09:07:43.595" v="39" actId="20577"/>
        <pc:sldMkLst>
          <pc:docMk/>
          <pc:sldMk cId="0" sldId="256"/>
        </pc:sldMkLst>
        <pc:spChg chg="mod">
          <ac:chgData name="DIKSHA YADAV" userId="e13be8c8eb9a4d72" providerId="LiveId" clId="{BF1427C3-D193-4334-BA87-AA73FB855342}" dt="2026-08-18T09:07:43.595" v="39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DIKSHA YADAV" userId="e13be8c8eb9a4d72" providerId="LiveId" clId="{BF1427C3-D193-4334-BA87-AA73FB855342}" dt="2026-08-18T09:01:19.287" v="28" actId="113"/>
        <pc:sldMkLst>
          <pc:docMk/>
          <pc:sldMk cId="4008404546" sldId="259"/>
        </pc:sldMkLst>
        <pc:spChg chg="mod">
          <ac:chgData name="DIKSHA YADAV" userId="e13be8c8eb9a4d72" providerId="LiveId" clId="{BF1427C3-D193-4334-BA87-AA73FB855342}" dt="2026-08-18T09:01:19.287" v="28" actId="113"/>
          <ac:spMkLst>
            <pc:docMk/>
            <pc:sldMk cId="4008404546" sldId="259"/>
            <ac:spMk id="9" creationId="{207DCC41-9625-D8BE-ED8E-A41DE68AA126}"/>
          </ac:spMkLst>
        </pc:spChg>
      </pc:sldChg>
      <pc:sldChg chg="modSp mod">
        <pc:chgData name="DIKSHA YADAV" userId="e13be8c8eb9a4d72" providerId="LiveId" clId="{BF1427C3-D193-4334-BA87-AA73FB855342}" dt="2026-08-18T09:15:28.374" v="40" actId="5793"/>
        <pc:sldMkLst>
          <pc:docMk/>
          <pc:sldMk cId="3007383146" sldId="266"/>
        </pc:sldMkLst>
        <pc:spChg chg="mod">
          <ac:chgData name="DIKSHA YADAV" userId="e13be8c8eb9a4d72" providerId="LiveId" clId="{BF1427C3-D193-4334-BA87-AA73FB855342}" dt="2026-08-18T09:03:35.163" v="31" actId="14100"/>
          <ac:spMkLst>
            <pc:docMk/>
            <pc:sldMk cId="3007383146" sldId="266"/>
            <ac:spMk id="2" creationId="{8ACF3A6B-384D-1ED0-B787-3859F31137F0}"/>
          </ac:spMkLst>
        </pc:spChg>
        <pc:spChg chg="mod">
          <ac:chgData name="DIKSHA YADAV" userId="e13be8c8eb9a4d72" providerId="LiveId" clId="{BF1427C3-D193-4334-BA87-AA73FB855342}" dt="2026-08-18T09:15:28.374" v="40" actId="5793"/>
          <ac:spMkLst>
            <pc:docMk/>
            <pc:sldMk cId="3007383146" sldId="266"/>
            <ac:spMk id="3" creationId="{E9F5C61D-B3CF-8485-5090-EBF4561B124C}"/>
          </ac:spMkLst>
        </pc:spChg>
      </pc:sldChg>
      <pc:sldChg chg="addSp delSp modSp mod modClrScheme chgLayout">
        <pc:chgData name="DIKSHA YADAV" userId="e13be8c8eb9a4d72" providerId="LiveId" clId="{BF1427C3-D193-4334-BA87-AA73FB855342}" dt="2026-08-18T08:55:55.076" v="23" actId="12"/>
        <pc:sldMkLst>
          <pc:docMk/>
          <pc:sldMk cId="1213081316" sldId="268"/>
        </pc:sldMkLst>
        <pc:spChg chg="mod ord">
          <ac:chgData name="DIKSHA YADAV" userId="e13be8c8eb9a4d72" providerId="LiveId" clId="{BF1427C3-D193-4334-BA87-AA73FB855342}" dt="2026-08-18T08:54:11.189" v="6" actId="14100"/>
          <ac:spMkLst>
            <pc:docMk/>
            <pc:sldMk cId="1213081316" sldId="268"/>
            <ac:spMk id="2" creationId="{9C1DF9D6-E2A5-D5F4-0D64-8D751623593A}"/>
          </ac:spMkLst>
        </pc:spChg>
        <pc:spChg chg="mod ord">
          <ac:chgData name="DIKSHA YADAV" userId="e13be8c8eb9a4d72" providerId="LiveId" clId="{BF1427C3-D193-4334-BA87-AA73FB855342}" dt="2026-08-18T08:55:55.076" v="23" actId="12"/>
          <ac:spMkLst>
            <pc:docMk/>
            <pc:sldMk cId="1213081316" sldId="268"/>
            <ac:spMk id="3" creationId="{A9C5C265-8E2D-3B0D-69B6-C7DC6CE6DE57}"/>
          </ac:spMkLst>
        </pc:spChg>
        <pc:spChg chg="mod ord">
          <ac:chgData name="DIKSHA YADAV" userId="e13be8c8eb9a4d72" providerId="LiveId" clId="{BF1427C3-D193-4334-BA87-AA73FB855342}" dt="2026-08-18T08:53:44.928" v="0" actId="700"/>
          <ac:spMkLst>
            <pc:docMk/>
            <pc:sldMk cId="1213081316" sldId="268"/>
            <ac:spMk id="4" creationId="{10A394E8-CA53-C816-EF13-85A987FCB62E}"/>
          </ac:spMkLst>
        </pc:spChg>
        <pc:spChg chg="mod ord">
          <ac:chgData name="DIKSHA YADAV" userId="e13be8c8eb9a4d72" providerId="LiveId" clId="{BF1427C3-D193-4334-BA87-AA73FB855342}" dt="2026-08-18T08:53:44.928" v="0" actId="700"/>
          <ac:spMkLst>
            <pc:docMk/>
            <pc:sldMk cId="1213081316" sldId="268"/>
            <ac:spMk id="5" creationId="{2D578043-3CB9-196D-72E9-535EA7D2E782}"/>
          </ac:spMkLst>
        </pc:spChg>
        <pc:spChg chg="mod ord">
          <ac:chgData name="DIKSHA YADAV" userId="e13be8c8eb9a4d72" providerId="LiveId" clId="{BF1427C3-D193-4334-BA87-AA73FB855342}" dt="2026-08-18T08:53:44.928" v="0" actId="700"/>
          <ac:spMkLst>
            <pc:docMk/>
            <pc:sldMk cId="1213081316" sldId="268"/>
            <ac:spMk id="6" creationId="{1BE39E91-2394-74E3-9C7D-BC4FC77367BC}"/>
          </ac:spMkLst>
        </pc:spChg>
        <pc:spChg chg="add del mod ord">
          <ac:chgData name="DIKSHA YADAV" userId="e13be8c8eb9a4d72" providerId="LiveId" clId="{BF1427C3-D193-4334-BA87-AA73FB855342}" dt="2026-08-18T08:54:17.025" v="9" actId="22"/>
          <ac:spMkLst>
            <pc:docMk/>
            <pc:sldMk cId="1213081316" sldId="268"/>
            <ac:spMk id="7" creationId="{5FE58BB5-049D-2FA2-DCEC-99FFCFE93E22}"/>
          </ac:spMkLst>
        </pc:spChg>
        <pc:spChg chg="add del mod">
          <ac:chgData name="DIKSHA YADAV" userId="e13be8c8eb9a4d72" providerId="LiveId" clId="{BF1427C3-D193-4334-BA87-AA73FB855342}" dt="2026-08-18T08:55:13.581" v="14" actId="478"/>
          <ac:spMkLst>
            <pc:docMk/>
            <pc:sldMk cId="1213081316" sldId="268"/>
            <ac:spMk id="13" creationId="{15B49F38-A80E-280C-57B8-8E60BC42F4E9}"/>
          </ac:spMkLst>
        </pc:spChg>
        <pc:picChg chg="add del mod ord">
          <ac:chgData name="DIKSHA YADAV" userId="e13be8c8eb9a4d72" providerId="LiveId" clId="{BF1427C3-D193-4334-BA87-AA73FB855342}" dt="2026-08-18T08:55:02.394" v="11" actId="478"/>
          <ac:picMkLst>
            <pc:docMk/>
            <pc:sldMk cId="1213081316" sldId="268"/>
            <ac:picMk id="9" creationId="{53D869C5-EFC7-6AB5-23E8-519F4F0D2563}"/>
          </ac:picMkLst>
        </pc:picChg>
        <pc:picChg chg="add mod">
          <ac:chgData name="DIKSHA YADAV" userId="e13be8c8eb9a4d72" providerId="LiveId" clId="{BF1427C3-D193-4334-BA87-AA73FB855342}" dt="2026-08-18T08:55:33.787" v="19" actId="14100"/>
          <ac:picMkLst>
            <pc:docMk/>
            <pc:sldMk cId="1213081316" sldId="268"/>
            <ac:picMk id="11" creationId="{F24B1B66-DDE5-56E4-0921-307CE08768F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18-08-2026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18-08-2026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1703"/>
            <a:ext cx="10515600" cy="1651834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MACHINE LEARNING FOR TEXT ANALYTICS (</a:t>
            </a:r>
            <a:r>
              <a:rPr lang="en-US" sz="2400" b="1" cap="all" dirty="0">
                <a:ln/>
                <a:solidFill>
                  <a:srgbClr val="00B050"/>
                </a:solidFill>
                <a:latin typeface="Calibri"/>
                <a:cs typeface="Poppins" panose="00000500000000000000" pitchFamily="2" charset="0"/>
                <a:sym typeface="BioRhyme ExtraBold"/>
              </a:rPr>
              <a:t>24ALT3101)</a:t>
            </a:r>
            <a:br>
              <a:rPr lang="en-US" sz="2400" b="1" cap="all" dirty="0">
                <a:ln/>
                <a:solidFill>
                  <a:srgbClr val="00B050"/>
                </a:solidFill>
                <a:latin typeface="Calibri"/>
                <a:cs typeface="Poppins" panose="00000500000000000000" pitchFamily="2" charset="0"/>
                <a:sym typeface="BioRhyme ExtraBold"/>
              </a:rPr>
            </a:b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HACKATHON</a:t>
            </a:r>
            <a:b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b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/>
              <a:t>AI-Powered Emotion Analysis of Social Media Text</a:t>
            </a: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418" y="2459736"/>
            <a:ext cx="10166830" cy="226354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IN" sz="2000" b="1" dirty="0"/>
          </a:p>
          <a:p>
            <a:pPr marL="0" indent="0" algn="ctr">
              <a:buNone/>
            </a:pPr>
            <a:r>
              <a:rPr lang="en-IN" sz="2000" b="1" dirty="0"/>
              <a:t>Team No-11</a:t>
            </a:r>
          </a:p>
          <a:p>
            <a:pPr marL="0" indent="0">
              <a:buNone/>
            </a:pPr>
            <a:r>
              <a:rPr lang="en-IN" sz="2000" b="1" dirty="0"/>
              <a:t>				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No.	</a:t>
            </a:r>
            <a:r>
              <a:rPr lang="en-IN" sz="2000" b="1" dirty="0"/>
              <a:t>	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sz="2000" b="1" dirty="0"/>
              <a:t>	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/>
              <a:t>				2420030001	DIKSHA YADAV	</a:t>
            </a:r>
          </a:p>
          <a:p>
            <a:pPr marL="0" indent="0">
              <a:buNone/>
            </a:pPr>
            <a:r>
              <a:rPr lang="en-US" sz="1400" b="1" dirty="0"/>
              <a:t>				</a:t>
            </a:r>
            <a:r>
              <a:rPr lang="en-US" sz="2000" b="1" dirty="0"/>
              <a:t>2420030445	LALITHA	</a:t>
            </a:r>
          </a:p>
          <a:p>
            <a:pPr marL="0" indent="0">
              <a:buNone/>
            </a:pPr>
            <a:r>
              <a:rPr lang="en-US" sz="2000" b="1" dirty="0"/>
              <a:t>				2420030631	T.SHREEJA</a:t>
            </a:r>
            <a:endParaRPr lang="en-US" sz="1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  <a:t>18-08-2026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312" y="4834502"/>
            <a:ext cx="2175809" cy="10326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18-08-2026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AI-Powered Emotion Analysis of Social Media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344"/>
            <a:ext cx="10515600" cy="46443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Why Emotion Analysis?</a:t>
            </a:r>
          </a:p>
          <a:p>
            <a:pPr marL="0" indent="0">
              <a:buNone/>
            </a:pPr>
            <a:endParaRPr lang="en-IN" sz="2000" b="1" dirty="0"/>
          </a:p>
          <a:p>
            <a:pPr lvl="0"/>
            <a:r>
              <a:rPr lang="en-IN" sz="2000" dirty="0"/>
              <a:t>Every day, millions of people post tweets, comments, and reviews that show how they feel.</a:t>
            </a:r>
          </a:p>
          <a:p>
            <a:pPr lvl="0"/>
            <a:r>
              <a:rPr lang="en-IN" sz="2000" dirty="0"/>
              <a:t>Understanding these feelings helps companies improve service, helps researchers study public opinion, and helps spot signs of stress early.</a:t>
            </a:r>
          </a:p>
          <a:p>
            <a:pPr lvl="0"/>
            <a:r>
              <a:rPr lang="en-IN" sz="2000" dirty="0"/>
              <a:t>Normal sentiment analysis only says positive, negative, or neutral. It cannot tell if someone is happy, sad, angry, or scared.</a:t>
            </a:r>
          </a:p>
          <a:p>
            <a:pPr lvl="0"/>
            <a:r>
              <a:rPr lang="en-IN" sz="2000" dirty="0"/>
              <a:t>Our project is an AI-powered system that reads a social media post and tells which emotion it shows.</a:t>
            </a:r>
          </a:p>
          <a:p>
            <a:pPr lvl="0"/>
            <a:r>
              <a:rPr lang="en-IN" sz="2000" dirty="0"/>
              <a:t>It uses a pretrained AI language model (BERT / DistilBERT) trained on emotion-labeled posts, so it understands the meaning of the whole sentence.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18-08-2026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AI-Powered Emotion Analysis of Social Media Text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352"/>
            <a:ext cx="10515600" cy="4580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Our System Aims to Do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/>
              <a:t>Detect emotions </a:t>
            </a:r>
            <a:r>
              <a:rPr lang="en-IN" sz="2000" dirty="0"/>
              <a:t>— identify Joy, Sadness, Anger, Fear, Surprise, and Love in a post, not just positive or negative.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/>
              <a:t>Use AI language models </a:t>
            </a:r>
            <a:r>
              <a:rPr lang="en-IN" sz="2000" dirty="0"/>
              <a:t>— train a ready-made model like BERT or DistilBERT on emotion data so it learns our task.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/>
              <a:t>Clean the social media text </a:t>
            </a:r>
            <a:r>
              <a:rPr lang="en-IN" sz="2000" dirty="0"/>
              <a:t>— remove links, symbols, and noise so the model gets clear, simple text.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/>
              <a:t>Check how well it works </a:t>
            </a:r>
            <a:r>
              <a:rPr lang="en-IN" sz="2000" dirty="0"/>
              <a:t>— measure accuracy, precision, recall, and F1-score to show the results are reliable.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/>
              <a:t>Give instant results </a:t>
            </a:r>
            <a:r>
              <a:rPr lang="en-IN" sz="2000" dirty="0"/>
              <a:t>— a simple web page where the user types a post and sees the emotion with a confidence score.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18-08-2026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B56FACB-3BE6-7710-5AF6-30246594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AI-Powered Emotion Analysis of Social Media Text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F3A6B-384D-1ED0-B787-3859F3113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28993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5C61D-B3CF-8485-5090-EBF4561B1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4440"/>
            <a:ext cx="10515600" cy="4942523"/>
          </a:xfrm>
        </p:spPr>
        <p:txBody>
          <a:bodyPr>
            <a:noAutofit/>
          </a:bodyPr>
          <a:lstStyle/>
          <a:p>
            <a:pPr lvl="0"/>
            <a:r>
              <a:rPr lang="en-IN" sz="1800" b="1" dirty="0"/>
              <a:t>Traditional Sentiment Analysis:</a:t>
            </a:r>
            <a:r>
              <a:rPr lang="en-IN" sz="1800" dirty="0"/>
              <a:t> Early methods used word lists and simple ML (Naive Bayes, SVM) to label text as positive, negative, or neutral. They missed context and sarcasm.</a:t>
            </a:r>
          </a:p>
          <a:p>
            <a:pPr marL="0" lvl="0" indent="0">
              <a:buNone/>
            </a:pPr>
            <a:endParaRPr lang="en-IN" sz="1800" dirty="0"/>
          </a:p>
          <a:p>
            <a:pPr lvl="0"/>
            <a:r>
              <a:rPr lang="en-IN" sz="1800" b="1" dirty="0"/>
              <a:t>Deep Learning (RNN/LSTM/CNN):</a:t>
            </a:r>
            <a:r>
              <a:rPr lang="en-IN" sz="1800" dirty="0"/>
              <a:t> Learned word order in a sentence, but struggled with long sentences and long-range meaning.</a:t>
            </a:r>
          </a:p>
          <a:p>
            <a:pPr marL="0" lvl="0" indent="0">
              <a:buNone/>
            </a:pPr>
            <a:endParaRPr lang="en-IN" sz="1800" dirty="0"/>
          </a:p>
          <a:p>
            <a:pPr lvl="0"/>
            <a:r>
              <a:rPr lang="en-IN" sz="1800" b="1" dirty="0"/>
              <a:t>Transformer Models (BERT, 2018):</a:t>
            </a:r>
            <a:r>
              <a:rPr lang="en-IN" sz="1800" dirty="0"/>
              <a:t> Reads the whole sentence in both directions, so it understands context well. DistilBERT is a lighter, faster version and RoBERTa is a stronger version.</a:t>
            </a:r>
          </a:p>
          <a:p>
            <a:pPr lvl="0"/>
            <a:endParaRPr lang="en-IN" sz="1800" dirty="0"/>
          </a:p>
          <a:p>
            <a:pPr lvl="0"/>
            <a:r>
              <a:rPr lang="en-IN" sz="1800" b="1" dirty="0"/>
              <a:t>GoEmotions Dataset (2020):</a:t>
            </a:r>
            <a:r>
              <a:rPr lang="en-IN" sz="1800" dirty="0"/>
              <a:t> A large dataset of Reddit comments labeled by humans with 27 emotions, helping research go beyond simple sentiment.</a:t>
            </a:r>
          </a:p>
          <a:p>
            <a:pPr marL="0" lvl="0" indent="0">
              <a:buNone/>
            </a:pPr>
            <a:endParaRPr lang="en-IN" sz="1800" dirty="0"/>
          </a:p>
          <a:p>
            <a:pPr lvl="0"/>
            <a:r>
              <a:rPr lang="en-IN" sz="1800" b="1" dirty="0"/>
              <a:t>Research Gap:</a:t>
            </a:r>
            <a:r>
              <a:rPr lang="en-IN" sz="1800" dirty="0"/>
              <a:t> Many systems still show only positive or negative. Our project fills this gap by training an AI model to detect specific emotions in social media posts.</a:t>
            </a:r>
            <a:r>
              <a:rPr lang="en-IN" sz="1800" dirty="0" err="1"/>
              <a:t/>
            </a:r>
            <a:r>
              <a:rPr lang="en-IN" sz="1800" dirty="0"/>
              <a:t/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5793D-C9E8-AABC-FAD6-D1859839D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A9855-E8CC-1AD6-4848-85544D92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Hackathon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0B942-76E2-65CC-3B78-7154086E4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83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8B15C-EFF0-1C0E-2FE3-DD630617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81763-54AB-DE0A-7D77-1C5A37CDE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66820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– From Text to Emotion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b="1" dirty="0"/>
              <a:t>Data Collection:</a:t>
            </a:r>
            <a:r>
              <a:rPr lang="en-IN" sz="2000" dirty="0"/>
              <a:t> Collect social media posts from public datasets such as GoEmotions or the Kaggle Emotion Dataset.</a:t>
            </a:r>
          </a:p>
          <a:p>
            <a:pPr lvl="0"/>
            <a:r>
              <a:rPr lang="en-IN" sz="2000" b="1" dirty="0"/>
              <a:t>Data Preprocessing:</a:t>
            </a:r>
            <a:r>
              <a:rPr lang="en-IN" sz="2000" dirty="0"/>
              <a:t> Clean the text: remove links, symbols, and extra noise, and convert everything to lowercase. </a:t>
            </a:r>
          </a:p>
          <a:p>
            <a:pPr lvl="0"/>
            <a:r>
              <a:rPr lang="en-IN" sz="2000" b="1" dirty="0"/>
              <a:t>Feature Extraction:</a:t>
            </a:r>
            <a:r>
              <a:rPr lang="en-IN" sz="2000" dirty="0"/>
              <a:t> Turn the cleaned words into numbers that the AI model can understand (tokenization).</a:t>
            </a:r>
          </a:p>
          <a:p>
            <a:pPr lvl="0"/>
            <a:r>
              <a:rPr lang="en-IN" sz="2000" b="1" dirty="0"/>
              <a:t>Model Training:</a:t>
            </a:r>
            <a:r>
              <a:rPr lang="en-IN" sz="2000" dirty="0"/>
              <a:t> Train a pretrained model (BERT or DistilBERT) on emotion-labeled posts.</a:t>
            </a:r>
          </a:p>
          <a:p>
            <a:pPr lvl="0"/>
            <a:r>
              <a:rPr lang="en-IN" sz="2000" b="1" dirty="0"/>
              <a:t>Emotion Classification:</a:t>
            </a:r>
            <a:r>
              <a:rPr lang="en-IN" sz="2000" dirty="0"/>
              <a:t> For any new post, predict Joy, Sadness, Anger, Fear, Surprise, Love, or Neutral with a confidence score.</a:t>
            </a:r>
          </a:p>
          <a:p>
            <a:pPr lvl="0"/>
            <a:r>
              <a:rPr lang="en-IN" sz="2000" b="1" dirty="0"/>
              <a:t>Model Evaluation:</a:t>
            </a:r>
            <a:r>
              <a:rPr lang="en-IN" sz="2000" dirty="0"/>
              <a:t> Test the model using Accuracy, Precision, Recall, F1-Score, and Confusion Matrix.</a:t>
            </a:r>
          </a:p>
          <a:p>
            <a:pPr lvl="0"/>
            <a:r>
              <a:rPr lang="en-IN" sz="2000" b="1" dirty="0"/>
              <a:t>Result Visualization:</a:t>
            </a:r>
            <a:r>
              <a:rPr lang="en-IN" sz="2000" dirty="0"/>
              <a:t> Show the result on a simple web page with charts of how emotions are spread across posts.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85BBB-E1B4-4C74-0C0F-E2464E3CA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9DCB8-92BC-C1BB-E902-C449BCBC5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Hackathon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5D120-26BC-2138-44E4-A8EED7DC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638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F9D6-E2A5-D5F4-0D64-8D7516235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C265-8E2D-3B0D-69B6-C7DC6CE6D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37944"/>
            <a:ext cx="5224653" cy="40310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How People Feel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Our AI-powered system reads social media text and detects specific emotions, going beyond simple positive or negative sentiment.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It is useful for brand monitoring, customer feedback, mental health awareness, and understanding public opinion.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Future work: support more languages, understand sarcasm and mixed emotions, and make the model lighter for mobile use.</a:t>
            </a:r>
          </a:p>
          <a:p>
            <a:pPr marL="0" indent="0">
              <a:buNone/>
            </a:pPr>
            <a:endParaRPr lang="en-IN" sz="2000" dirty="0"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94E8-CA53-C816-EF13-85A987FCB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78043-3CB9-196D-72E9-535EA7D2E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Hackathon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39E91-2394-74E3-9C7D-BC4FC7736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4B1B66-DDE5-56E4-0921-307CE0876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5" y="1920240"/>
            <a:ext cx="5224653" cy="351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81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  <a:t>18-08-2026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03FB2E-4E33-CA9A-E5FC-A215D8D2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AI-Powered Emotion Analysis of Social Media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816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Custom Design</vt:lpstr>
      <vt:lpstr> APPLIED MACHINE LEARNING FOR TEXT ANALYTICS (24ALT3101) REVIEW – 1  Title Emotion Recognition from Social Media Text Using Large Language Models (LLMs) </vt:lpstr>
      <vt:lpstr>OUTLINE</vt:lpstr>
      <vt:lpstr>Introduction</vt:lpstr>
      <vt:lpstr>Objectives </vt:lpstr>
      <vt:lpstr>Literature Survey</vt:lpstr>
      <vt:lpstr>Methodology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– 1  Project Title</dc:title>
  <dc:creator>DELL</dc:creator>
  <cp:lastModifiedBy>DIKSHA YADAV</cp:lastModifiedBy>
  <cp:revision>4</cp:revision>
  <dcterms:modified xsi:type="dcterms:W3CDTF">2026-08-18T09:15:38Z</dcterms:modified>
</cp:coreProperties>
</file>